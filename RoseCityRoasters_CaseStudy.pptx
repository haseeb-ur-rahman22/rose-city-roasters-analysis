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Profit</c:v>
                </c:pt>
              </c:strCache>
            </c:strRef>
          </c:tx>
          <c:spPr>
            <a:solidFill>
              <a:srgbClr val="E0A85C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EDEBE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186710</c:v>
                </c:pt>
                <c:pt idx="1">
                  <c:v>-34171</c:v>
                </c:pt>
                <c:pt idx="2">
                  <c:v>-388102</c:v>
                </c:pt>
                <c:pt idx="3">
                  <c:v>-525192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0E-42C9-B56E-FD87265286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4A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DEBE8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EDEBE8"/>
                </a:solidFill>
                <a:latin typeface="Calibri"/>
              </a:rPr>
              <a:t>Gross margin collapses as discounts deepen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E0A85C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EDEBE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1–10%</c:v>
                </c:pt>
                <c:pt idx="2">
                  <c:v>11–20%</c:v>
                </c:pt>
                <c:pt idx="3">
                  <c:v>21–30%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</c:v>
                </c:pt>
                <c:pt idx="1">
                  <c:v>0.28000000000000003</c:v>
                </c:pt>
                <c:pt idx="2">
                  <c:v>0.2</c:v>
                </c:pt>
                <c:pt idx="3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43-48F6-9F20-FA9166A78A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9B4A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</c:v>
                </c:pt>
              </c:strCache>
            </c:strRef>
          </c:tx>
          <c:spPr>
            <a:solidFill>
              <a:srgbClr val="EC3013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DEBE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Wholesale</c:v>
                </c:pt>
                <c:pt idx="1">
                  <c:v>Retail</c:v>
                </c:pt>
                <c:pt idx="2">
                  <c:v>Online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0F-4041-95F3-28470C045B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4A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863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DE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CITY ROASTERS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0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Profitability Analysis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886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transaction data into a clear picture of where profit is leaking.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82296" cy="960120"/>
          </a:xfrm>
          <a:prstGeom prst="rect">
            <a:avLst/>
          </a:prstGeom>
          <a:solidFill>
            <a:srgbClr val="EC301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344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specialty coffee roaster and retailer in Portland, Oregon. Four years of transaction-level data across cafes, an online store, and wholesale accounts.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A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1.05M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line items analyzed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22860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A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$31.4M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(4 years)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A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34.5%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gross margin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22860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0684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A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494K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across all channels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4805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in SQL Server and Power BI: raw data profiled and cleaned in T-SQL, modeled into analytical views, and connected live to a three-page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DE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The business slipped into an operating loss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stayed healthy, but operating costs grew faster than profit every single year.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201168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201168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6974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profit fell from +$187K in 2022 to -$525K in 2025.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actually grew over this period — the problem is cost, not sales.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 now exceed gross profit, so the core business runs at a loss.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5394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the recovery lever is cost control, not chasing more revenue.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DE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Two leaks are draining margin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below cost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3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~$210K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346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across ~18,200 order lines where cost had crept above the selling price. Worst offenders: Coaster Set, Bulk Brewer Pro, French Press.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Over-discounting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48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3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$1.77M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8346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away in discounts. Margin roughly halves with every discount tier: 44% at no discount down to 14% at 21–30% off.</a:t>
            </a:r>
            <a:endParaRPr lang="en-US" sz="12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40080" y="3931920"/>
          <a:ext cx="6400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360920" y="3931920"/>
            <a:ext cx="4160520" cy="2286000"/>
          </a:xfrm>
          <a:prstGeom prst="roundRect">
            <a:avLst>
              <a:gd name="adj" fmla="val 3200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4114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45262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Re-price the loss-making SKUs and cap the deepest discount tiers. These are the fastest, lowest-risk levers to restore margin.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DE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— Wholesale is the cash-flow risk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 that pays late is not the one with the most unpaid invoices. Volume and risk are different things.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201168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201168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contradiction, explained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6974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of wholesale invoices are paid late (about 19,000 of 24,000), tying up working capital.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shows the highest unpaid count (~10,900) — but only because of sheer volume. Its late rate is near 0%.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risk sits with wholesale terms, even though retail looks worse on a raw count.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5440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focus collections and stricter terms on wholesale, not retail.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DE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about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A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627632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pricing on loss-making SKUs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029968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Re-price the ~18,200 below-cost lines. Recovers roughly $210K in leaked profit.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0720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A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83464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deep discounts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236976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halves per discount tier. Limiting 20%+ discounts protects the $1.77M currently given away.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77056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01421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A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404164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wholesale collections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4443984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of wholesale pays late. Shorter terms or early-payment incentives free up trapped cash.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084064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221224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A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5248656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the cost base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5650992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 outgrew profit 4 years running. This is the root cause behind the operating loss.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DE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analytics pipeline, not just a chart.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C3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clean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profiling of 1.05M rows: removed duplicates, quarantined data-entry outliers, standardized text, and flagged comps.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C3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4290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analytical SQL views for line-level profit, monthly P&amp;L, product and location profitability, and payment behavior.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C3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4290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views into Power BI, built a shared Year dimension, and wired one slicer to drive the whole report.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06840" y="20116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201D1A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0684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C3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4290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Three-page dashboard: an executive overview, a profit-leak deep dive, and a customer-payments view.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D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SQL Server (T-SQL)  ·  Power BI  ·  data modeling  ·  DAX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82296" cy="128016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468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clear decision.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383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margins, a real operating loss, and a fixable set of leaks, surfaced from a million rows of transactions.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655</Words>
  <Application>Microsoft Office PowerPoint</Application>
  <PresentationFormat>Widescreen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haseeb ur rahman</cp:lastModifiedBy>
  <cp:revision>2</cp:revision>
  <dcterms:created xsi:type="dcterms:W3CDTF">2026-09-01T16:26:21Z</dcterms:created>
  <dcterms:modified xsi:type="dcterms:W3CDTF">2026-09-01T16:29:19Z</dcterms:modified>
</cp:coreProperties>
</file>